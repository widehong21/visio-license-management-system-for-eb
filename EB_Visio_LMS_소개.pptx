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2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09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822960"/>
            <a:ext cx="3657600" cy="36576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114800"/>
            <a:ext cx="640080" cy="640080"/>
          </a:xfrm>
          <a:prstGeom prst="ellipse">
            <a:avLst/>
          </a:prstGeom>
          <a:solidFill>
            <a:srgbClr val="0EA5E9">
              <a:alpha val="6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840480"/>
            <a:ext cx="320040" cy="320040"/>
          </a:xfrm>
          <a:prstGeom prst="ellipse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502920"/>
            <a:ext cx="2651760" cy="347472"/>
          </a:xfrm>
          <a:prstGeom prst="roundRect">
            <a:avLst>
              <a:gd name="adj" fmla="val 39474"/>
            </a:avLst>
          </a:prstGeom>
          <a:solidFill>
            <a:srgbClr val="1A56DB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029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A5FA"/>
                </a:solidFill>
              </a:rPr>
              <a:t>EB 조선 EDP  |  Visio 라이선스 관리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</a:rPr>
              <a:t>🔷 EB Visio LMS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0A5FA"/>
                </a:solidFill>
              </a:rPr>
              <a:t>License Management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Microsoft Visio 라이선스 신청 · 승인 · 배정 · 관리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로그인 없이 신청 가능 · GitHub Pages로 언제 어디서나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20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ver 1.0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3538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2026. 06 . 09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709160"/>
            <a:ext cx="7955280" cy="0"/>
          </a:xfrm>
          <a:prstGeom prst="line">
            <a:avLst/>
          </a:prstGeom>
          <a:noFill/>
          <a:ln w="19050">
            <a:solidFill>
              <a:srgbClr val="1A56DB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54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EB  ·  Visio LMS  ·  Internal Use Only</a:t>
            </a:r>
            <a:endParaRPr lang="en-US" sz="9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7642E9B-E251-07AB-B809-58D27EA91084}"/>
              </a:ext>
            </a:extLst>
          </p:cNvPr>
          <p:cNvSpPr/>
          <p:nvPr/>
        </p:nvSpPr>
        <p:spPr>
          <a:xfrm>
            <a:off x="5824024" y="4379975"/>
            <a:ext cx="2725616" cy="26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ko-KR" altLang="en-US" sz="1350" dirty="0">
                <a:solidFill>
                  <a:srgbClr val="E2E8F0"/>
                </a:solidFill>
              </a:rPr>
              <a:t>작성인 </a:t>
            </a:r>
            <a:r>
              <a:rPr lang="en-US" altLang="ko-KR" sz="1350" dirty="0">
                <a:solidFill>
                  <a:srgbClr val="E2E8F0"/>
                </a:solidFill>
              </a:rPr>
              <a:t>: </a:t>
            </a:r>
            <a:r>
              <a:rPr lang="ko-KR" altLang="en-US" sz="1350" dirty="0">
                <a:solidFill>
                  <a:srgbClr val="E2E8F0"/>
                </a:solidFill>
              </a:rPr>
              <a:t>조선 </a:t>
            </a:r>
            <a:r>
              <a:rPr lang="en-US" altLang="ko-KR" sz="1350" dirty="0">
                <a:solidFill>
                  <a:srgbClr val="E2E8F0"/>
                </a:solidFill>
              </a:rPr>
              <a:t>EDH </a:t>
            </a:r>
            <a:r>
              <a:rPr lang="ko-KR" altLang="en-US" sz="1350" dirty="0">
                <a:solidFill>
                  <a:srgbClr val="E2E8F0"/>
                </a:solidFill>
              </a:rPr>
              <a:t>그룹</a:t>
            </a:r>
            <a:r>
              <a:rPr lang="en-US" altLang="ko-KR" sz="1350" dirty="0">
                <a:solidFill>
                  <a:srgbClr val="E2E8F0"/>
                </a:solidFill>
              </a:rPr>
              <a:t>, </a:t>
            </a:r>
            <a:r>
              <a:rPr lang="ko-KR" altLang="en-US" sz="1350" dirty="0" err="1">
                <a:solidFill>
                  <a:srgbClr val="E2E8F0"/>
                </a:solidFill>
              </a:rPr>
              <a:t>홍광섭</a:t>
            </a:r>
            <a:r>
              <a:rPr lang="ko-KR" altLang="en-US" sz="1350" dirty="0">
                <a:solidFill>
                  <a:srgbClr val="E2E8F0"/>
                </a:solidFill>
              </a:rPr>
              <a:t> 프로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A56DB"/>
                </a:solidFill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4B"/>
                </a:solidFill>
              </a:rPr>
              <a:t>목 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554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배경 및 필요성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2064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왜 이 시스템이 필요한가?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14173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06624" y="1554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시스템 목적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06624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무엇을 해결하는가?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73168" y="14173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1184" y="1554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5544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라이선스 등록 신청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01184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로그인 없이 즉시 신청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67728" y="14173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95744" y="1554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15544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주요 기능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95744" y="20939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6가지 핵심 메뉴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0175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1546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업무 흐름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064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어떻게 사용하는가?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78608" y="30175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06624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06624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1546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유용한 점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06624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어떤 이점이 있는가?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3017520"/>
            <a:ext cx="1993392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01184" y="31546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154680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4B"/>
                </a:solidFill>
              </a:rPr>
              <a:t>GitHub 웹 배포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01184" y="36941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언제 어디서든 접근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배경 및 필요성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0" y="457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0A5FA"/>
                </a:solidFill>
              </a:rPr>
              <a:t>왜 이 시스템이 필요했는가?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931920" cy="3520440"/>
          </a:xfrm>
          <a:prstGeom prst="roundRect">
            <a:avLst>
              <a:gd name="adj" fmla="val 3636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❌  기존 방식의 문제점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810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수작업 Excel 관리 → 버전 불일치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359152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라이선스 중복 배정 / 미회수 발생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2871216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신청·승인 절차 불투명 (이메일 의존)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383280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3467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가용 수량 실시간 파악 불가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895344"/>
            <a:ext cx="201168" cy="20116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858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감사 시 이력 추적 불가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70832" y="27889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6D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800600" y="1188720"/>
            <a:ext cx="3931920" cy="352044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3533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</a:rPr>
              <a:t>✅  EB Visio LMS 도입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84708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18105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단일 시스템 — 실시간 현황 통합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23591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3225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자동 배정 → 중복·누락 원천 차단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47488" y="287121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2834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온라인 신청·승인 워크플로우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47488" y="33832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33467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Dashboard KPI 즉시 확인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47488" y="38953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3858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</a:rPr>
              <a:t>Audit Log 완전 보존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시스템 목적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A5FA"/>
                </a:solidFill>
              </a:rPr>
              <a:t>EB Visio LMS 가 해결하는 4가지 핵심 과제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77640" cy="1353312"/>
          </a:xfrm>
          <a:prstGeom prst="roundRect">
            <a:avLst>
              <a:gd name="adj" fmla="val 9459"/>
            </a:avLst>
          </a:prstGeom>
          <a:solidFill>
            <a:srgbClr val="0A1230">
              <a:alpha val="80000"/>
            </a:srgbClr>
          </a:solidFill>
          <a:ln w="12700">
            <a:solidFill>
              <a:srgbClr val="1A56DB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7922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누구나 즉시 신청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3000" y="21579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로그인 없이 신청 가능.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이름·사번·유형 입력만으로 즉시 신청 접수.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645920"/>
            <a:ext cx="3977640" cy="1353312"/>
          </a:xfrm>
          <a:prstGeom prst="roundRect">
            <a:avLst>
              <a:gd name="adj" fmla="val 9459"/>
            </a:avLst>
          </a:prstGeom>
          <a:solidFill>
            <a:srgbClr val="0A1230">
              <a:alpha val="80000"/>
            </a:srgbClr>
          </a:solidFill>
          <a:ln w="12700">
            <a:solidFill>
              <a:srgbClr val="1A56DB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0574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922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투명한 승인 프로세스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0" y="21579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모든 신청·승인·반려 이력이 시스템에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영구 기록되어 감사 추적이 가능합니다.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3977640" cy="1353312"/>
          </a:xfrm>
          <a:prstGeom prst="roundRect">
            <a:avLst>
              <a:gd name="adj" fmla="val 9459"/>
            </a:avLst>
          </a:prstGeom>
          <a:solidFill>
            <a:srgbClr val="0A1230">
              <a:alpha val="80000"/>
            </a:srgbClr>
          </a:solidFill>
          <a:ln w="12700">
            <a:solidFill>
              <a:srgbClr val="1A56DB">
                <a:alpha val="45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392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라이선스 낭비 제로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43000" y="37581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미사용 라이선스 즉시 회수·재배정.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중복 배정과 누락을 원천 차단합니다.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00600" y="3246120"/>
            <a:ext cx="3977640" cy="1353312"/>
          </a:xfrm>
          <a:prstGeom prst="roundRect">
            <a:avLst>
              <a:gd name="adj" fmla="val 9459"/>
            </a:avLst>
          </a:prstGeom>
          <a:solidFill>
            <a:srgbClr val="0A1230">
              <a:alpha val="80000"/>
            </a:srgbClr>
          </a:solidFill>
          <a:ln w="12700">
            <a:solidFill>
              <a:srgbClr val="1A56DB">
                <a:alpha val="45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39242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즉시 운영 가능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486400" y="37581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서버·설치 없이 HTML 파일 하나로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GitHub Pages 배포 즉시 전 팀 공유.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12A"/>
          </a:solidFill>
          <a:ln w="12700">
            <a:solidFill>
              <a:srgbClr val="0611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라이선스 등록 신청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0" y="457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0A5FA"/>
                </a:solidFill>
              </a:rPr>
              <a:t>로그인 없이 — 누구나 즉시 접근 가능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8321040" cy="548640"/>
          </a:xfrm>
          <a:prstGeom prst="roundRect">
            <a:avLst>
              <a:gd name="adj" fmla="val 16667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🔓  로그인 화면에서 '📝 라이선스 등록 신청' 버튼 클릭 → 팝업 즉시 진입  |  별도 이름/사번 로그인 과정 없음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1874520"/>
            <a:ext cx="1170432" cy="1170432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67128"/>
            <a:ext cx="548640" cy="548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43584" y="173736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3584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45920" y="217627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</a:rPr>
              <a:t>›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47472" y="3127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버튼 클릭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47472" y="345643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로그인 화면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'📝 라이선스 등록 신청'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121408" y="1874520"/>
            <a:ext cx="1170432" cy="1170432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2167128"/>
            <a:ext cx="548640" cy="5486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926080" y="173736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328416" y="217627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</a:rPr>
              <a:t>›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2029968" y="3127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정보 입력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2029968" y="345643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이름·사번·그룹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Knox 계정 입력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803904" y="1874520"/>
            <a:ext cx="1170432" cy="1170432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167128"/>
            <a:ext cx="548640" cy="54864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608576" y="173736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608576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010912" y="217627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</a:rPr>
              <a:t>›</a:t>
            </a:r>
            <a:endParaRPr lang="en-US" sz="2600" dirty="0"/>
          </a:p>
        </p:txBody>
      </p:sp>
      <p:sp>
        <p:nvSpPr>
          <p:cNvPr id="29" name="Text 24"/>
          <p:cNvSpPr/>
          <p:nvPr/>
        </p:nvSpPr>
        <p:spPr>
          <a:xfrm>
            <a:off x="3712464" y="3127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유형 선택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3712464" y="345643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Process (의장)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Detail (전장)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486400" y="1874520"/>
            <a:ext cx="1170432" cy="117043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2167128"/>
            <a:ext cx="548640" cy="54864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291072" y="173736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91072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693408" y="217627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0A5FA"/>
                </a:solidFill>
              </a:rPr>
              <a:t>›</a:t>
            </a:r>
            <a:endParaRPr lang="en-US" sz="2600" dirty="0"/>
          </a:p>
        </p:txBody>
      </p:sp>
      <p:sp>
        <p:nvSpPr>
          <p:cNvPr id="36" name="Text 30"/>
          <p:cNvSpPr/>
          <p:nvPr/>
        </p:nvSpPr>
        <p:spPr>
          <a:xfrm>
            <a:off x="5394960" y="3127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신청 제출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394960" y="345643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정책 동의 후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신청 완료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168896" y="1874520"/>
            <a:ext cx="1170432" cy="1170432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9792" y="2167128"/>
            <a:ext cx="548640" cy="54864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973568" y="173736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973568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7077456" y="312724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관리자 승인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7077456" y="3456432"/>
            <a:ext cx="1353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승인 후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자동 배정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411480" y="400507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0D1B4B">
              <a:alpha val="8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94360" y="40599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📌  기존 사용자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594360" y="42976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이름+사번이 DB에 있으면 해당 계정으로 신청 접수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4800600" y="400507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0D1B4B">
              <a:alpha val="8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983480" y="40599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📌  신규 사용자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4983480" y="42976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DB에 없으면 자동 등록 후 신청 접수 처리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주요 기능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0A5FA"/>
                </a:solidFill>
              </a:rPr>
              <a:t>로그인 후 5가지 핵심 메뉴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325880"/>
            <a:ext cx="530352" cy="53035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389888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22576" y="139903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22576" y="1399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전체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8872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19659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Pool 현황 KPI·차트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최근 7일 변경 내역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18688" y="114300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01568" y="132588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389888"/>
            <a:ext cx="402336" cy="40233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57216" y="139903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57216" y="1399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전체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02336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라이선스 해지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01568" y="19659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보유 라이선스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해지 온라인 요청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53328" y="114300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36208" y="1325880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389888"/>
            <a:ext cx="402336" cy="40233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991856" y="139903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991856" y="1399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전체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858000" y="13441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현황 조회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36208" y="196596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전체 배정 현황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Excel 다운로드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84048" y="306324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66928" y="324612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3310128"/>
            <a:ext cx="402336" cy="40233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322576" y="331927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322576" y="33192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관리자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8872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승인 관리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66928" y="38862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신청·해지 승인/반려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요청 이력 조회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218688" y="306324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401568" y="3246120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576" y="3310128"/>
            <a:ext cx="402336" cy="402336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157216" y="331927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157216" y="33192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관리자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402336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관리자 설정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3401568" y="38862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사용자·Pool·이력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시스템 정보 관리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384048" y="4663440"/>
            <a:ext cx="8375904" cy="347472"/>
          </a:xfrm>
          <a:prstGeom prst="roundRect">
            <a:avLst>
              <a:gd name="adj" fmla="val 21053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84048" y="466344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💡  라이선스 신청은 로그인 화면의 '📝 라이선스 등록 신청' 버튼으로 처리됩니다 — 사이드바 메뉴에 없음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업무 흐름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</a:rPr>
              <a:t>비로그인 신청부터 배정까지 5단계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234440" cy="1234440"/>
          </a:xfrm>
          <a:prstGeom prst="ellipse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37944"/>
            <a:ext cx="576072" cy="5760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07592" y="1344168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07592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로그인 전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신청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3227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버튼 클릭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즉시 진입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737360" y="18562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</a:rPr>
              <a:t>›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2121408" y="1508760"/>
            <a:ext cx="1234440" cy="1234440"/>
          </a:xfrm>
          <a:prstGeom prst="ellipse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1837944"/>
            <a:ext cx="576072" cy="5760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71800" y="1344168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7180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029968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정보 입력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제출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029968" y="3227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이름·유형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입력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01568" y="18562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</a:rPr>
              <a:t>›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3785616" y="1508760"/>
            <a:ext cx="1234440" cy="123444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837944"/>
            <a:ext cx="576072" cy="5760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36008" y="1344168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3600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694176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관리자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승인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694176" y="3227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승인 / 반려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065776" y="18562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</a:rPr>
              <a:t>›</a:t>
            </a:r>
            <a:endParaRPr lang="en-US" sz="2800" dirty="0"/>
          </a:p>
        </p:txBody>
      </p:sp>
      <p:sp>
        <p:nvSpPr>
          <p:cNvPr id="27" name="Shape 22"/>
          <p:cNvSpPr/>
          <p:nvPr/>
        </p:nvSpPr>
        <p:spPr>
          <a:xfrm>
            <a:off x="5449824" y="1508760"/>
            <a:ext cx="1234440" cy="1234440"/>
          </a:xfrm>
          <a:prstGeom prst="ellipse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1837944"/>
            <a:ext cx="576072" cy="57607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300216" y="1344168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300216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358384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자동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배정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358384" y="3227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시리얼번호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자동 배정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729984" y="1856232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</a:rPr>
              <a:t>›</a:t>
            </a:r>
            <a:endParaRPr lang="en-US" sz="2800" dirty="0"/>
          </a:p>
        </p:txBody>
      </p:sp>
      <p:sp>
        <p:nvSpPr>
          <p:cNvPr id="34" name="Shape 28"/>
          <p:cNvSpPr/>
          <p:nvPr/>
        </p:nvSpPr>
        <p:spPr>
          <a:xfrm>
            <a:off x="7114032" y="1508760"/>
            <a:ext cx="1234440" cy="1234440"/>
          </a:xfrm>
          <a:prstGeom prst="ellipse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1837944"/>
            <a:ext cx="576072" cy="57607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964424" y="1344168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964424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022592" y="28072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현황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확인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7022592" y="322783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Dashboard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조회·Excel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0D1B4B">
              <a:alpha val="7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A5FA"/>
                </a:solidFill>
              </a:rPr>
              <a:t>💡  해지 신청도 동일한 승인 흐름으로 처리  |  승인 완료 즉시 시리얼번호가 Pool로 자동 반납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유용한 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457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0A5FA"/>
                </a:solidFill>
              </a:rPr>
              <a:t>도입 효과 &amp; 실사용 장점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38988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2144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로그인 없이 즉시 신청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94767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누구든 로그인 화면에서 바로 신청 가능. IT 문의나 대기 없이 스스로 처리합니다.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25880"/>
            <a:ext cx="512064" cy="51206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8988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86784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즉시 도입, 제로 설치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94767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HTML 파일 하나로 완성. 서버·소프트웨어 설치 없이 브라우저만으로 즉시 운영.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14300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325880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8988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1424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실시간 현황 가시화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194767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Dashboard에서 이용률·그룹별 현황·최근 변경 내역을 한눈에 파악합니다.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01752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3200400"/>
            <a:ext cx="512064" cy="51206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26440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52144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완전한 감사 추적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382219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모든 신청·승인·배정·삭제 이력이 Audit Log에 자동 저장됩니다.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301752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83280" y="3200400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26440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86784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Excel 연동 백업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82219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현황 조회에서 즉시 Excel 다운로드. 기존 방식과 병행 운영이 손쉽습니다.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35040" y="3017520"/>
            <a:ext cx="2606040" cy="1627632"/>
          </a:xfrm>
          <a:prstGeom prst="roundRect">
            <a:avLst>
              <a:gd name="adj" fmla="val 7865"/>
            </a:avLst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3200400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264408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21424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</a:rPr>
              <a:t>GitHub Pages 웹 배포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17920" y="382219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URL 하나로 PC·모바일 어디서나 접속. 파일 배포 없이 항상 최신 버전 유지.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840480" cy="384048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560320" cy="2560320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112A"/>
          </a:solidFill>
          <a:ln w="12700">
            <a:solidFill>
              <a:srgbClr val="0611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GitHub 웹 배포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0" y="457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0A5FA"/>
                </a:solidFill>
              </a:rPr>
              <a:t>언제 어디서든 — URL 하나로 팀 전체 공유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115568"/>
            <a:ext cx="4160520" cy="3767328"/>
          </a:xfrm>
          <a:prstGeom prst="roundRect">
            <a:avLst>
              <a:gd name="adj" fmla="val 3883"/>
            </a:avLst>
          </a:prstGeom>
          <a:solidFill>
            <a:srgbClr val="0D1B4B">
              <a:alpha val="85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243584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2801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Pages 배포 3단계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1901952"/>
            <a:ext cx="3749040" cy="786384"/>
          </a:xfrm>
          <a:prstGeom prst="roundRect">
            <a:avLst>
              <a:gd name="adj" fmla="val 11628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975104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19751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1</a:t>
            </a:r>
            <a:endParaRPr lang="en-US" sz="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195681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55648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HTML 파일 업로드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58368" y="2249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EB_Visio_LMS_v1.html 을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GitHub Repository에 push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194560" y="27066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66928" y="2862072"/>
            <a:ext cx="3749040" cy="786384"/>
          </a:xfrm>
          <a:prstGeom prst="roundRect">
            <a:avLst>
              <a:gd name="adj" fmla="val 11628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8368" y="2935224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8368" y="29352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2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91693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55648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GitHub Pages 활성화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58368" y="32095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Settings → Pages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Branch: main / root → Save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194560" y="36667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66928" y="3822192"/>
            <a:ext cx="3749040" cy="786384"/>
          </a:xfrm>
          <a:prstGeom prst="roundRect">
            <a:avLst>
              <a:gd name="adj" fmla="val 11628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8368" y="3895344"/>
            <a:ext cx="685800" cy="201168"/>
          </a:xfrm>
          <a:prstGeom prst="roundRect">
            <a:avLst>
              <a:gd name="adj" fmla="val 2727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8368" y="3895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STEP 3</a:t>
            </a:r>
            <a:endParaRPr lang="en-US" sz="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387705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755648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웹 URL 자동 생성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58368" y="41696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https://[org].github.io/visio-lms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즉시 접속·사용 가능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709160" y="1115568"/>
            <a:ext cx="4041648" cy="3767328"/>
          </a:xfrm>
          <a:prstGeom prst="roundRect">
            <a:avLst>
              <a:gd name="adj" fmla="val 3883"/>
            </a:avLst>
          </a:prstGeom>
          <a:solidFill>
            <a:srgbClr val="0D1B4B">
              <a:alpha val="85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43584"/>
            <a:ext cx="475488" cy="4754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04688" y="1280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웹 공유 핵심 이점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892040" y="1901952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010912" y="2057400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12140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504688" y="1947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PC · 모바일 어디서나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5504688" y="22037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URL 하나로 스마트폰·태블릿·사무실 PC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모두 동일하게 즉시 접속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4892040" y="2761488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010912" y="291693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980944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504688" y="28072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항상 최신 버전 자동 반영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5504688" y="3063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파일 re-push 한 번으로 전 사용자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자동으로 최신 버전 사용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4892040" y="3621024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010912" y="3776472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840480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504688" y="3666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Private Repo 보안 설정</a:t>
            </a: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5504688" y="3922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조직 내부용은 Private 저장소로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외부 접근 완전 차단 가능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4892040" y="4480560"/>
            <a:ext cx="3657600" cy="713232"/>
          </a:xfrm>
          <a:prstGeom prst="roundRect">
            <a:avLst>
              <a:gd name="adj" fmla="val 12821"/>
            </a:avLst>
          </a:prstGeom>
          <a:solidFill>
            <a:srgbClr val="0D1B4B"/>
          </a:solidFill>
          <a:ln w="12700">
            <a:solidFill>
              <a:srgbClr val="60A5FA">
                <a:alpha val="30000"/>
              </a:srgbClr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5010912" y="463600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4700016"/>
            <a:ext cx="274320" cy="27432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504688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링크 한 번으로 전사 공유</a:t>
            </a:r>
            <a:endParaRPr lang="en-US" sz="1150" dirty="0"/>
          </a:p>
        </p:txBody>
      </p:sp>
      <p:sp>
        <p:nvSpPr>
          <p:cNvPr id="54" name="Text 43"/>
          <p:cNvSpPr/>
          <p:nvPr/>
        </p:nvSpPr>
        <p:spPr>
          <a:xfrm>
            <a:off x="5504688" y="47823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사내 공지·메신저에 URL 공유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0A5FA"/>
                </a:solidFill>
              </a:rPr>
              <a:t>별도 파일 배포 완전 불필요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457200"/>
            <a:ext cx="3200400" cy="32004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474720"/>
            <a:ext cx="2560320" cy="256032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943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EB Visio LMS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0A5FA"/>
                </a:solidFill>
              </a:rPr>
              <a:t>스마트하게 관리하고, 낭비 없이 운영하세요.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33472"/>
            <a:ext cx="5029200" cy="0"/>
          </a:xfrm>
          <a:prstGeom prst="line">
            <a:avLst/>
          </a:prstGeom>
          <a:noFill/>
          <a:ln w="19050">
            <a:solidFill>
              <a:srgbClr val="1A56DB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614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🔓  로그인 없이 즉시 신청 — 누구나 접근 가능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📁  단일 HTML 파일 — 설치 없이 즉시 사용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198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🔄  신청 → 승인 → 배정 자동화 워크플로우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📊  실시간 Dashboard &amp; Excel 백업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07822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🔒  완전한 감사 로그 &amp; 권한 분리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40740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🌐  GitHub Pages 배포 — URL 하나로 언제 어디서든 접속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754880"/>
            <a:ext cx="7955280" cy="0"/>
          </a:xfrm>
          <a:prstGeom prst="line">
            <a:avLst/>
          </a:prstGeom>
          <a:noFill/>
          <a:ln w="12700">
            <a:solidFill>
              <a:srgbClr val="1A56DB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8097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EB  ·  Visio LMS  ·  ver 1.0  ·  2026.06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847</Words>
  <Application>Microsoft Office PowerPoint</Application>
  <PresentationFormat>화면 슬라이드 쇼(16:9)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 Visio LMS 소개</dc:title>
  <dc:subject>PptxGenJS Presentation</dc:subject>
  <dc:creator>PptxGenJS</dc:creator>
  <cp:lastModifiedBy>Windows11</cp:lastModifiedBy>
  <cp:revision>2</cp:revision>
  <dcterms:created xsi:type="dcterms:W3CDTF">2026-06-09T14:07:51Z</dcterms:created>
  <dcterms:modified xsi:type="dcterms:W3CDTF">2026-06-09T14:16:00Z</dcterms:modified>
</cp:coreProperties>
</file>